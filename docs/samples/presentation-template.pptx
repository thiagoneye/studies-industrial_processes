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51"/>
    <a:srgbClr val="0072B5"/>
    <a:srgbClr val="7778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D8D97-A6C5-4116-B22C-59D85B945DE0}" v="15" dt="2025-10-19T03:46:34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66" d="100"/>
          <a:sy n="66" d="100"/>
        </p:scale>
        <p:origin x="900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ey Evaristo Rodrigues" userId="fb50eefc1efb6381" providerId="LiveId" clId="{B575BBDE-6E61-4434-B57E-606BB2666355}"/>
    <pc:docChg chg="undo custSel addSld modSld">
      <pc:chgData name="Thiago Ney Evaristo Rodrigues" userId="fb50eefc1efb6381" providerId="LiveId" clId="{B575BBDE-6E61-4434-B57E-606BB2666355}" dt="2025-10-19T03:48:14.690" v="124" actId="20577"/>
      <pc:docMkLst>
        <pc:docMk/>
      </pc:docMkLst>
      <pc:sldChg chg="addSp delSp modSp mod">
        <pc:chgData name="Thiago Ney Evaristo Rodrigues" userId="fb50eefc1efb6381" providerId="LiveId" clId="{B575BBDE-6E61-4434-B57E-606BB2666355}" dt="2025-10-19T03:47:52.432" v="110" actId="20577"/>
        <pc:sldMkLst>
          <pc:docMk/>
          <pc:sldMk cId="2045098621" sldId="256"/>
        </pc:sldMkLst>
        <pc:spChg chg="mod ord">
          <ac:chgData name="Thiago Ney Evaristo Rodrigues" userId="fb50eefc1efb6381" providerId="LiveId" clId="{B575BBDE-6E61-4434-B57E-606BB2666355}" dt="2025-10-19T03:43:28.137" v="57" actId="555"/>
          <ac:spMkLst>
            <pc:docMk/>
            <pc:sldMk cId="2045098621" sldId="256"/>
            <ac:spMk id="4" creationId="{64CCD670-48F0-339E-2912-E4673DDC1A1D}"/>
          </ac:spMkLst>
        </pc:spChg>
        <pc:spChg chg="mod">
          <ac:chgData name="Thiago Ney Evaristo Rodrigues" userId="fb50eefc1efb6381" providerId="LiveId" clId="{B575BBDE-6E61-4434-B57E-606BB2666355}" dt="2025-10-19T03:47:52.432" v="110" actId="20577"/>
          <ac:spMkLst>
            <pc:docMk/>
            <pc:sldMk cId="2045098621" sldId="256"/>
            <ac:spMk id="9" creationId="{159362D0-3D3E-C12C-C166-EC171AD07A8E}"/>
          </ac:spMkLst>
        </pc:spChg>
        <pc:spChg chg="add del mod">
          <ac:chgData name="Thiago Ney Evaristo Rodrigues" userId="fb50eefc1efb6381" providerId="LiveId" clId="{B575BBDE-6E61-4434-B57E-606BB2666355}" dt="2025-10-19T03:39:29.276" v="31" actId="21"/>
          <ac:spMkLst>
            <pc:docMk/>
            <pc:sldMk cId="2045098621" sldId="256"/>
            <ac:spMk id="17" creationId="{82784AAC-8C0F-1680-E854-918CB6A739C1}"/>
          </ac:spMkLst>
        </pc:spChg>
        <pc:spChg chg="add del mod">
          <ac:chgData name="Thiago Ney Evaristo Rodrigues" userId="fb50eefc1efb6381" providerId="LiveId" clId="{B575BBDE-6E61-4434-B57E-606BB2666355}" dt="2025-10-19T03:39:52.642" v="36" actId="21"/>
          <ac:spMkLst>
            <pc:docMk/>
            <pc:sldMk cId="2045098621" sldId="256"/>
            <ac:spMk id="18" creationId="{6C6BDF47-B5B0-939F-92DF-9DA70FAA87CC}"/>
          </ac:spMkLst>
        </pc:spChg>
        <pc:spChg chg="add del mod">
          <ac:chgData name="Thiago Ney Evaristo Rodrigues" userId="fb50eefc1efb6381" providerId="LiveId" clId="{B575BBDE-6E61-4434-B57E-606BB2666355}" dt="2025-10-19T03:39:50.799" v="35" actId="478"/>
          <ac:spMkLst>
            <pc:docMk/>
            <pc:sldMk cId="2045098621" sldId="256"/>
            <ac:spMk id="19" creationId="{6E8BD0A6-4101-9524-2485-363BC2FA48AD}"/>
          </ac:spMkLst>
        </pc:spChg>
        <pc:spChg chg="add del mod">
          <ac:chgData name="Thiago Ney Evaristo Rodrigues" userId="fb50eefc1efb6381" providerId="LiveId" clId="{B575BBDE-6E61-4434-B57E-606BB2666355}" dt="2025-10-19T03:42:08.449" v="44" actId="478"/>
          <ac:spMkLst>
            <pc:docMk/>
            <pc:sldMk cId="2045098621" sldId="256"/>
            <ac:spMk id="20" creationId="{BE1FDF81-086C-1469-E188-378B31C8D12E}"/>
          </ac:spMkLst>
        </pc:spChg>
        <pc:spChg chg="add del mod">
          <ac:chgData name="Thiago Ney Evaristo Rodrigues" userId="fb50eefc1efb6381" providerId="LiveId" clId="{B575BBDE-6E61-4434-B57E-606BB2666355}" dt="2025-10-19T03:42:07.669" v="43" actId="478"/>
          <ac:spMkLst>
            <pc:docMk/>
            <pc:sldMk cId="2045098621" sldId="256"/>
            <ac:spMk id="21" creationId="{63F47104-9F43-9947-9B78-CFBBA00927C2}"/>
          </ac:spMkLst>
        </pc:spChg>
        <pc:spChg chg="add del mod">
          <ac:chgData name="Thiago Ney Evaristo Rodrigues" userId="fb50eefc1efb6381" providerId="LiveId" clId="{B575BBDE-6E61-4434-B57E-606BB2666355}" dt="2025-10-19T03:47:06.507" v="86" actId="478"/>
          <ac:spMkLst>
            <pc:docMk/>
            <pc:sldMk cId="2045098621" sldId="256"/>
            <ac:spMk id="22" creationId="{93078D8F-AD8D-8555-78B8-F9755D46D831}"/>
          </ac:spMkLst>
        </pc:spChg>
        <pc:spChg chg="add mod">
          <ac:chgData name="Thiago Ney Evaristo Rodrigues" userId="fb50eefc1efb6381" providerId="LiveId" clId="{B575BBDE-6E61-4434-B57E-606BB2666355}" dt="2025-10-19T03:47:02.233" v="85" actId="207"/>
          <ac:spMkLst>
            <pc:docMk/>
            <pc:sldMk cId="2045098621" sldId="256"/>
            <ac:spMk id="23" creationId="{9F2D17E6-A741-F623-07C9-0FBF20CAA396}"/>
          </ac:spMkLst>
        </pc:spChg>
        <pc:spChg chg="add mod">
          <ac:chgData name="Thiago Ney Evaristo Rodrigues" userId="fb50eefc1efb6381" providerId="LiveId" clId="{B575BBDE-6E61-4434-B57E-606BB2666355}" dt="2025-10-19T03:47:02.233" v="85" actId="207"/>
          <ac:spMkLst>
            <pc:docMk/>
            <pc:sldMk cId="2045098621" sldId="256"/>
            <ac:spMk id="24" creationId="{F9474C88-8427-2BA6-CD66-A4D1D7D9B54B}"/>
          </ac:spMkLst>
        </pc:spChg>
        <pc:spChg chg="add mod">
          <ac:chgData name="Thiago Ney Evaristo Rodrigues" userId="fb50eefc1efb6381" providerId="LiveId" clId="{B575BBDE-6E61-4434-B57E-606BB2666355}" dt="2025-10-19T03:47:02.233" v="85" actId="207"/>
          <ac:spMkLst>
            <pc:docMk/>
            <pc:sldMk cId="2045098621" sldId="256"/>
            <ac:spMk id="25" creationId="{C4F634C7-5B62-E391-D44F-BED4AA1C0985}"/>
          </ac:spMkLst>
        </pc:spChg>
        <pc:spChg chg="add mod">
          <ac:chgData name="Thiago Ney Evaristo Rodrigues" userId="fb50eefc1efb6381" providerId="LiveId" clId="{B575BBDE-6E61-4434-B57E-606BB2666355}" dt="2025-10-19T03:47:02.233" v="85" actId="207"/>
          <ac:spMkLst>
            <pc:docMk/>
            <pc:sldMk cId="2045098621" sldId="256"/>
            <ac:spMk id="26" creationId="{A02B0254-5B60-90C1-21AD-3ED4FBC8CAAA}"/>
          </ac:spMkLst>
        </pc:spChg>
        <pc:picChg chg="del mod">
          <ac:chgData name="Thiago Ney Evaristo Rodrigues" userId="fb50eefc1efb6381" providerId="LiveId" clId="{B575BBDE-6E61-4434-B57E-606BB2666355}" dt="2025-10-19T03:36:02.455" v="9" actId="478"/>
          <ac:picMkLst>
            <pc:docMk/>
            <pc:sldMk cId="2045098621" sldId="256"/>
            <ac:picMk id="13" creationId="{7A00A21B-241F-5778-0B7F-D9E0934D2B85}"/>
          </ac:picMkLst>
        </pc:picChg>
        <pc:picChg chg="add mod ord">
          <ac:chgData name="Thiago Ney Evaristo Rodrigues" userId="fb50eefc1efb6381" providerId="LiveId" clId="{B575BBDE-6E61-4434-B57E-606BB2666355}" dt="2025-10-19T03:35:58.254" v="8" actId="554"/>
          <ac:picMkLst>
            <pc:docMk/>
            <pc:sldMk cId="2045098621" sldId="256"/>
            <ac:picMk id="16" creationId="{C5E40761-57E8-2E91-B0AB-C4BFFBEF3215}"/>
          </ac:picMkLst>
        </pc:picChg>
      </pc:sldChg>
      <pc:sldChg chg="addSp delSp modSp mod">
        <pc:chgData name="Thiago Ney Evaristo Rodrigues" userId="fb50eefc1efb6381" providerId="LiveId" clId="{B575BBDE-6E61-4434-B57E-606BB2666355}" dt="2025-10-19T03:46:19.001" v="69" actId="14100"/>
        <pc:sldMkLst>
          <pc:docMk/>
          <pc:sldMk cId="2833532898" sldId="258"/>
        </pc:sldMkLst>
        <pc:spChg chg="add mod">
          <ac:chgData name="Thiago Ney Evaristo Rodrigues" userId="fb50eefc1efb6381" providerId="LiveId" clId="{B575BBDE-6E61-4434-B57E-606BB2666355}" dt="2025-10-19T03:44:21.140" v="65" actId="554"/>
          <ac:spMkLst>
            <pc:docMk/>
            <pc:sldMk cId="2833532898" sldId="258"/>
            <ac:spMk id="2" creationId="{7210E452-DC42-4D0C-729E-20BF9A5B7905}"/>
          </ac:spMkLst>
        </pc:spChg>
        <pc:spChg chg="add del mod">
          <ac:chgData name="Thiago Ney Evaristo Rodrigues" userId="fb50eefc1efb6381" providerId="LiveId" clId="{B575BBDE-6E61-4434-B57E-606BB2666355}" dt="2025-10-19T03:44:08.224" v="60" actId="478"/>
          <ac:spMkLst>
            <pc:docMk/>
            <pc:sldMk cId="2833532898" sldId="258"/>
            <ac:spMk id="17" creationId="{82784AAC-8C0F-1680-E854-918CB6A739C1}"/>
          </ac:spMkLst>
        </pc:spChg>
        <pc:spChg chg="add mod ord">
          <ac:chgData name="Thiago Ney Evaristo Rodrigues" userId="fb50eefc1efb6381" providerId="LiveId" clId="{B575BBDE-6E61-4434-B57E-606BB2666355}" dt="2025-10-19T03:46:19.001" v="69" actId="14100"/>
          <ac:spMkLst>
            <pc:docMk/>
            <pc:sldMk cId="2833532898" sldId="258"/>
            <ac:spMk id="18" creationId="{6C6BDF47-B5B0-939F-92DF-9DA70FAA87CC}"/>
          </ac:spMkLst>
        </pc:spChg>
      </pc:sldChg>
      <pc:sldChg chg="modSp add mod">
        <pc:chgData name="Thiago Ney Evaristo Rodrigues" userId="fb50eefc1efb6381" providerId="LiveId" clId="{B575BBDE-6E61-4434-B57E-606BB2666355}" dt="2025-10-19T03:48:02.961" v="112" actId="20577"/>
        <pc:sldMkLst>
          <pc:docMk/>
          <pc:sldMk cId="3018061218" sldId="259"/>
        </pc:sldMkLst>
        <pc:spChg chg="mod">
          <ac:chgData name="Thiago Ney Evaristo Rodrigues" userId="fb50eefc1efb6381" providerId="LiveId" clId="{B575BBDE-6E61-4434-B57E-606BB2666355}" dt="2025-10-19T03:48:02.961" v="112" actId="20577"/>
          <ac:spMkLst>
            <pc:docMk/>
            <pc:sldMk cId="3018061218" sldId="259"/>
            <ac:spMk id="9" creationId="{F0A45687-BF3D-EEE3-B291-76B047FD066C}"/>
          </ac:spMkLst>
        </pc:spChg>
      </pc:sldChg>
      <pc:sldChg chg="modSp add mod">
        <pc:chgData name="Thiago Ney Evaristo Rodrigues" userId="fb50eefc1efb6381" providerId="LiveId" clId="{B575BBDE-6E61-4434-B57E-606BB2666355}" dt="2025-10-19T03:48:07.420" v="113" actId="20577"/>
        <pc:sldMkLst>
          <pc:docMk/>
          <pc:sldMk cId="1891660045" sldId="260"/>
        </pc:sldMkLst>
        <pc:spChg chg="mod">
          <ac:chgData name="Thiago Ney Evaristo Rodrigues" userId="fb50eefc1efb6381" providerId="LiveId" clId="{B575BBDE-6E61-4434-B57E-606BB2666355}" dt="2025-10-19T03:48:07.420" v="113" actId="20577"/>
          <ac:spMkLst>
            <pc:docMk/>
            <pc:sldMk cId="1891660045" sldId="260"/>
            <ac:spMk id="9" creationId="{85DA5484-8ED8-CC34-BC6A-33C2BE7C3517}"/>
          </ac:spMkLst>
        </pc:spChg>
      </pc:sldChg>
      <pc:sldChg chg="modSp add mod">
        <pc:chgData name="Thiago Ney Evaristo Rodrigues" userId="fb50eefc1efb6381" providerId="LiveId" clId="{B575BBDE-6E61-4434-B57E-606BB2666355}" dt="2025-10-19T03:48:14.690" v="124" actId="20577"/>
        <pc:sldMkLst>
          <pc:docMk/>
          <pc:sldMk cId="1762519714" sldId="261"/>
        </pc:sldMkLst>
        <pc:spChg chg="mod">
          <ac:chgData name="Thiago Ney Evaristo Rodrigues" userId="fb50eefc1efb6381" providerId="LiveId" clId="{B575BBDE-6E61-4434-B57E-606BB2666355}" dt="2025-10-19T03:48:14.690" v="124" actId="20577"/>
          <ac:spMkLst>
            <pc:docMk/>
            <pc:sldMk cId="1762519714" sldId="261"/>
            <ac:spMk id="9" creationId="{E3F4B8EC-4B2E-087F-C172-FD360B60DA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8C1A0-1B70-C391-1279-C43EA1C64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2F9AB6-BAC0-66B5-92E1-EF9470451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A4C98F-D0C9-ED0E-B7B7-AA48BA1A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058A31-53A1-3288-8A40-BDB7AA66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E403F8-9A75-B7AD-FA93-A3E373E0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94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1D13E-D4E8-F218-FFE7-66B7574A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B633C3-5871-A3DD-62DE-E1F62E93D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FA2F76-4A9B-AB86-CD32-0B236ADF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9D114D-C143-45BF-C4A6-43A1293B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0AFF2F-1F85-A2A7-8D3F-905227C4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75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2EB8F-2C26-C17C-73D8-21BBCD9D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A8F329-73DB-2397-C881-888F41773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16B05-CAA8-277A-7A43-867D64AD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FB829-89D0-8CD1-065C-43EA842F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77048-D6EB-C334-87A1-71CE4D98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56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0B055-FE76-F1D7-0B92-744F8302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E50C47-5A5C-9ABC-8DFB-A08FCA9BB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941815-6010-F0EE-83A7-ED0807EFF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B6A139-71FA-B5CD-F758-D8D87A0C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0CD808-5C93-9FE9-743C-0E111051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DF139F-04BA-B991-02F0-4D75EFFD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31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08298-4453-08BE-405E-ACE01436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A292C2-75B9-CE4B-E7AA-37609B681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BA38BB-B99A-93B3-8152-3882FCE98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130480-79D3-17AA-B94B-8F0883895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0B5FC7-CD5E-ACC1-7B98-022302B84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2649E6-A211-D1FB-47C4-C41D6A6A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4DD55E0-F40F-9121-FCEE-BB0A6F27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3E6CB4-D599-AADD-4C98-54D15719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23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AB6E6-1C66-E384-890B-3699765A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3E9A16-B8E7-56B4-C103-43E1300C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574586-33AF-CF14-BA1D-D1E3A4BD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8670D5-7109-BB0A-5A22-C1731DE8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544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3676BC-EA37-E82D-2A9B-B61BB3CAA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CBA0FC-34DE-6519-9BDC-EB8FE00E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391956-CD93-5072-BDB3-F94D607C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85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293B4-8D30-C099-654D-6E199EA18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5FF2C-C3FC-DDD6-6733-F4D9A16E2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995B9E-CB55-2F8E-DDCD-0F4507530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37860D-97C5-DEE2-9487-83743610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44EEBF-D087-732F-EC6D-688F72B9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C6558E-1471-2540-2F80-A4D0A191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91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93CA0-1400-615E-197D-7C160645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D87CD8-29CF-B1E8-705F-B1B661521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01EB08-D886-9757-2307-B6214E75F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7C30C9-C8A3-033D-4723-C8A78541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74D742-124D-EEA4-3240-D799B128E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2A61F8-8785-26B7-29E8-954B851F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42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E9FB2-1BDA-C4B7-3F78-59D14414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E8411E-EE2C-F38B-052C-FE437D2BF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E59CB5-969B-FD0D-8573-A18AAB58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61AA4B-6FE6-1489-21C2-C8A96267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5245B2-40A3-4FD2-6751-35FEE323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76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4872BB-8C56-CA8C-9C67-13F2BC116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CBD2C0-EB5F-6CF0-3D86-399C7F4AE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B06EA8-D11C-D6F1-BD67-5042C8A7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1205A3-A6D3-39EF-B3BC-AFC7FD26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DD632B-A155-E73B-6C5F-CF810629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40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178DFB-811B-C8F8-8C7D-4CB261E0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40EB5-56C5-BF98-96EF-AF806D90E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3184B-CE23-B682-243C-FF4CB09EC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FC863C-8D7A-4950-BDA4-711924D17EB2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A14D3-A531-DBCE-CAE1-7DF9F7E87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27DA3A-AC97-CB94-AFC1-29DD16454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B2BB8-3B41-41C8-A8FB-2F23DBCEBC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7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4CCD670-48F0-339E-2912-E4673DDC1A1D}"/>
              </a:ext>
            </a:extLst>
          </p:cNvPr>
          <p:cNvSpPr>
            <a:spLocks noChangeAspect="1"/>
          </p:cNvSpPr>
          <p:nvPr/>
        </p:nvSpPr>
        <p:spPr>
          <a:xfrm>
            <a:off x="91440" y="91440"/>
            <a:ext cx="1841412" cy="6675120"/>
          </a:xfrm>
          <a:prstGeom prst="roundRect">
            <a:avLst>
              <a:gd name="adj" fmla="val 1910"/>
            </a:avLst>
          </a:prstGeom>
          <a:solidFill>
            <a:srgbClr val="0072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C5E40761-57E8-2E91-B0AB-C4BFFBEF3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6" y="274320"/>
            <a:ext cx="1371600" cy="6939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59362D0-3D3E-C12C-C166-EC171AD07A8E}"/>
              </a:ext>
            </a:extLst>
          </p:cNvPr>
          <p:cNvSpPr txBox="1"/>
          <p:nvPr/>
        </p:nvSpPr>
        <p:spPr>
          <a:xfrm>
            <a:off x="2020823" y="201168"/>
            <a:ext cx="10076688" cy="861774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spAutoFit/>
          </a:bodyPr>
          <a:lstStyle/>
          <a:p>
            <a:r>
              <a:rPr lang="pt-BR" sz="3200" b="1" dirty="0">
                <a:solidFill>
                  <a:srgbClr val="0072B5"/>
                </a:solidFill>
              </a:rPr>
              <a:t>PRODUÇÃO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F2D17E6-A741-F623-07C9-0FBF20CAA396}"/>
              </a:ext>
            </a:extLst>
          </p:cNvPr>
          <p:cNvSpPr>
            <a:spLocks/>
          </p:cNvSpPr>
          <p:nvPr/>
        </p:nvSpPr>
        <p:spPr>
          <a:xfrm>
            <a:off x="2112263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9474C88-8427-2BA6-CD66-A4D1D7D9B54B}"/>
              </a:ext>
            </a:extLst>
          </p:cNvPr>
          <p:cNvSpPr>
            <a:spLocks/>
          </p:cNvSpPr>
          <p:nvPr/>
        </p:nvSpPr>
        <p:spPr>
          <a:xfrm>
            <a:off x="7150607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4F634C7-5B62-E391-D44F-BED4AA1C0985}"/>
              </a:ext>
            </a:extLst>
          </p:cNvPr>
          <p:cNvSpPr>
            <a:spLocks/>
          </p:cNvSpPr>
          <p:nvPr/>
        </p:nvSpPr>
        <p:spPr>
          <a:xfrm>
            <a:off x="2112263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02B0254-5B60-90C1-21AD-3ED4FBC8CAAA}"/>
              </a:ext>
            </a:extLst>
          </p:cNvPr>
          <p:cNvSpPr>
            <a:spLocks/>
          </p:cNvSpPr>
          <p:nvPr/>
        </p:nvSpPr>
        <p:spPr>
          <a:xfrm>
            <a:off x="7150607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5098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BC42-7A96-301D-2156-0A235F50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E51430E-21F1-CE42-0B6E-B41ACBCB8360}"/>
              </a:ext>
            </a:extLst>
          </p:cNvPr>
          <p:cNvSpPr>
            <a:spLocks noChangeAspect="1"/>
          </p:cNvSpPr>
          <p:nvPr/>
        </p:nvSpPr>
        <p:spPr>
          <a:xfrm>
            <a:off x="91440" y="91440"/>
            <a:ext cx="1841412" cy="6675120"/>
          </a:xfrm>
          <a:prstGeom prst="roundRect">
            <a:avLst>
              <a:gd name="adj" fmla="val 1910"/>
            </a:avLst>
          </a:prstGeom>
          <a:solidFill>
            <a:srgbClr val="0072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78BFD8D0-CEE7-46D6-E0E9-CC168D6DA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6" y="274320"/>
            <a:ext cx="1371600" cy="6939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A45687-BF3D-EEE3-B291-76B047FD066C}"/>
              </a:ext>
            </a:extLst>
          </p:cNvPr>
          <p:cNvSpPr txBox="1"/>
          <p:nvPr/>
        </p:nvSpPr>
        <p:spPr>
          <a:xfrm>
            <a:off x="2020823" y="201168"/>
            <a:ext cx="10076688" cy="861774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spAutoFit/>
          </a:bodyPr>
          <a:lstStyle/>
          <a:p>
            <a:r>
              <a:rPr lang="pt-BR" sz="3200" b="1" dirty="0">
                <a:solidFill>
                  <a:srgbClr val="0072B5"/>
                </a:solidFill>
              </a:rPr>
              <a:t>PROCESSO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73A6B95-FAEF-34B8-5994-A8A30E3E1DCE}"/>
              </a:ext>
            </a:extLst>
          </p:cNvPr>
          <p:cNvSpPr>
            <a:spLocks/>
          </p:cNvSpPr>
          <p:nvPr/>
        </p:nvSpPr>
        <p:spPr>
          <a:xfrm>
            <a:off x="2112263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D2F09B2-6883-784E-4DD8-F28F24413448}"/>
              </a:ext>
            </a:extLst>
          </p:cNvPr>
          <p:cNvSpPr>
            <a:spLocks/>
          </p:cNvSpPr>
          <p:nvPr/>
        </p:nvSpPr>
        <p:spPr>
          <a:xfrm>
            <a:off x="7150607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C10EFBC-BBEE-E9D8-483F-46DBA64EDD85}"/>
              </a:ext>
            </a:extLst>
          </p:cNvPr>
          <p:cNvSpPr>
            <a:spLocks/>
          </p:cNvSpPr>
          <p:nvPr/>
        </p:nvSpPr>
        <p:spPr>
          <a:xfrm>
            <a:off x="2112263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D3881BC-8739-2250-51DB-62619C36A2AB}"/>
              </a:ext>
            </a:extLst>
          </p:cNvPr>
          <p:cNvSpPr>
            <a:spLocks/>
          </p:cNvSpPr>
          <p:nvPr/>
        </p:nvSpPr>
        <p:spPr>
          <a:xfrm>
            <a:off x="7150607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806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447D-5BA7-0773-A3BD-DDE0D1F1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5A9AAA8-73F3-F07F-4AD7-C9B00DA43CBA}"/>
              </a:ext>
            </a:extLst>
          </p:cNvPr>
          <p:cNvSpPr>
            <a:spLocks noChangeAspect="1"/>
          </p:cNvSpPr>
          <p:nvPr/>
        </p:nvSpPr>
        <p:spPr>
          <a:xfrm>
            <a:off x="91440" y="91440"/>
            <a:ext cx="1841412" cy="6675120"/>
          </a:xfrm>
          <a:prstGeom prst="roundRect">
            <a:avLst>
              <a:gd name="adj" fmla="val 1910"/>
            </a:avLst>
          </a:prstGeom>
          <a:solidFill>
            <a:srgbClr val="0072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44DAD8B9-4A00-4041-E6F2-B68E02DA3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6" y="274320"/>
            <a:ext cx="1371600" cy="6939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5DA5484-8ED8-CC34-BC6A-33C2BE7C3517}"/>
              </a:ext>
            </a:extLst>
          </p:cNvPr>
          <p:cNvSpPr txBox="1"/>
          <p:nvPr/>
        </p:nvSpPr>
        <p:spPr>
          <a:xfrm>
            <a:off x="2020823" y="201168"/>
            <a:ext cx="10076688" cy="861774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spAutoFit/>
          </a:bodyPr>
          <a:lstStyle/>
          <a:p>
            <a:r>
              <a:rPr lang="pt-BR" sz="3200" b="1" dirty="0">
                <a:solidFill>
                  <a:srgbClr val="0072B5"/>
                </a:solidFill>
              </a:rPr>
              <a:t>QUALIDADE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CD138FA-0883-F789-0425-4E9FD4760416}"/>
              </a:ext>
            </a:extLst>
          </p:cNvPr>
          <p:cNvSpPr>
            <a:spLocks/>
          </p:cNvSpPr>
          <p:nvPr/>
        </p:nvSpPr>
        <p:spPr>
          <a:xfrm>
            <a:off x="2112263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EAA4E48-1B3A-591F-B06A-2F7884FA297B}"/>
              </a:ext>
            </a:extLst>
          </p:cNvPr>
          <p:cNvSpPr>
            <a:spLocks/>
          </p:cNvSpPr>
          <p:nvPr/>
        </p:nvSpPr>
        <p:spPr>
          <a:xfrm>
            <a:off x="7150607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538B910-D7D6-3B9E-638F-EDE7A26F6DE6}"/>
              </a:ext>
            </a:extLst>
          </p:cNvPr>
          <p:cNvSpPr>
            <a:spLocks/>
          </p:cNvSpPr>
          <p:nvPr/>
        </p:nvSpPr>
        <p:spPr>
          <a:xfrm>
            <a:off x="2112263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3226000-4695-F9C7-37AD-159E3C79EF99}"/>
              </a:ext>
            </a:extLst>
          </p:cNvPr>
          <p:cNvSpPr>
            <a:spLocks/>
          </p:cNvSpPr>
          <p:nvPr/>
        </p:nvSpPr>
        <p:spPr>
          <a:xfrm>
            <a:off x="7150607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166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F3F7-CC30-1906-4071-33DAC9A9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D35EE0D-DAEA-C6CE-EC04-82AE3A6CD265}"/>
              </a:ext>
            </a:extLst>
          </p:cNvPr>
          <p:cNvSpPr>
            <a:spLocks noChangeAspect="1"/>
          </p:cNvSpPr>
          <p:nvPr/>
        </p:nvSpPr>
        <p:spPr>
          <a:xfrm>
            <a:off x="91440" y="91440"/>
            <a:ext cx="1841412" cy="6675120"/>
          </a:xfrm>
          <a:prstGeom prst="roundRect">
            <a:avLst>
              <a:gd name="adj" fmla="val 1910"/>
            </a:avLst>
          </a:prstGeom>
          <a:solidFill>
            <a:srgbClr val="0072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A9791F93-105C-9247-D23D-65DE1EC3F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6" y="274320"/>
            <a:ext cx="1371600" cy="6939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3F4B8EC-4B2E-087F-C172-FD360B60DA9D}"/>
              </a:ext>
            </a:extLst>
          </p:cNvPr>
          <p:cNvSpPr txBox="1"/>
          <p:nvPr/>
        </p:nvSpPr>
        <p:spPr>
          <a:xfrm>
            <a:off x="2020823" y="201168"/>
            <a:ext cx="10076688" cy="861774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spAutoFit/>
          </a:bodyPr>
          <a:lstStyle/>
          <a:p>
            <a:r>
              <a:rPr lang="pt-BR" sz="3200" b="1" dirty="0">
                <a:solidFill>
                  <a:srgbClr val="0072B5"/>
                </a:solidFill>
              </a:rPr>
              <a:t>MANUTENÇÃO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8333910-1D4E-5C4E-E2B8-ABFA0C5AF958}"/>
              </a:ext>
            </a:extLst>
          </p:cNvPr>
          <p:cNvSpPr>
            <a:spLocks/>
          </p:cNvSpPr>
          <p:nvPr/>
        </p:nvSpPr>
        <p:spPr>
          <a:xfrm>
            <a:off x="2112263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147603B-63CE-6B22-3B4D-21D2AA74303B}"/>
              </a:ext>
            </a:extLst>
          </p:cNvPr>
          <p:cNvSpPr>
            <a:spLocks/>
          </p:cNvSpPr>
          <p:nvPr/>
        </p:nvSpPr>
        <p:spPr>
          <a:xfrm>
            <a:off x="7150607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CB630FD-D0C7-8C27-5939-F32D4ABB47F5}"/>
              </a:ext>
            </a:extLst>
          </p:cNvPr>
          <p:cNvSpPr>
            <a:spLocks/>
          </p:cNvSpPr>
          <p:nvPr/>
        </p:nvSpPr>
        <p:spPr>
          <a:xfrm>
            <a:off x="2112263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2A673D4-8A4C-DBBC-0C49-64746F556577}"/>
              </a:ext>
            </a:extLst>
          </p:cNvPr>
          <p:cNvSpPr>
            <a:spLocks/>
          </p:cNvSpPr>
          <p:nvPr/>
        </p:nvSpPr>
        <p:spPr>
          <a:xfrm>
            <a:off x="7150607" y="4050792"/>
            <a:ext cx="4855464" cy="2715768"/>
          </a:xfrm>
          <a:prstGeom prst="roundRect">
            <a:avLst>
              <a:gd name="adj" fmla="val 19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251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CD993CC0-1995-5D42-CCBA-53351974F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12" y="2220640"/>
            <a:ext cx="4986402" cy="250584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7F240FC-1DF2-45A6-A7B6-1BEA1023A283}"/>
              </a:ext>
            </a:extLst>
          </p:cNvPr>
          <p:cNvSpPr/>
          <p:nvPr/>
        </p:nvSpPr>
        <p:spPr>
          <a:xfrm>
            <a:off x="6433160" y="3097783"/>
            <a:ext cx="1371600" cy="751561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#F58220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3A038E7-5D97-30EA-AE99-129BEEB55DA8}"/>
              </a:ext>
            </a:extLst>
          </p:cNvPr>
          <p:cNvSpPr/>
          <p:nvPr/>
        </p:nvSpPr>
        <p:spPr>
          <a:xfrm>
            <a:off x="6433160" y="4077944"/>
            <a:ext cx="1371600" cy="751561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#FDB913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3D9566B-E073-56D7-F9F9-9CB2CAB44AF0}"/>
              </a:ext>
            </a:extLst>
          </p:cNvPr>
          <p:cNvSpPr/>
          <p:nvPr/>
        </p:nvSpPr>
        <p:spPr>
          <a:xfrm>
            <a:off x="6433159" y="2117622"/>
            <a:ext cx="1371600" cy="751561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#ED1D24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447E47B-5522-6492-4F5C-93F964B228F8}"/>
              </a:ext>
            </a:extLst>
          </p:cNvPr>
          <p:cNvSpPr/>
          <p:nvPr/>
        </p:nvSpPr>
        <p:spPr>
          <a:xfrm>
            <a:off x="8284925" y="3097783"/>
            <a:ext cx="1371600" cy="751561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#009EDB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EAE8A73-03FB-EE77-A972-45F94810DA08}"/>
              </a:ext>
            </a:extLst>
          </p:cNvPr>
          <p:cNvSpPr/>
          <p:nvPr/>
        </p:nvSpPr>
        <p:spPr>
          <a:xfrm>
            <a:off x="8284925" y="4077944"/>
            <a:ext cx="1371600" cy="751561"/>
          </a:xfrm>
          <a:prstGeom prst="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#6DCFF6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6A27CB-A2D2-D930-E51D-61D2C9FB5036}"/>
              </a:ext>
            </a:extLst>
          </p:cNvPr>
          <p:cNvSpPr/>
          <p:nvPr/>
        </p:nvSpPr>
        <p:spPr>
          <a:xfrm>
            <a:off x="8284924" y="2117622"/>
            <a:ext cx="1371600" cy="751561"/>
          </a:xfrm>
          <a:prstGeom prst="rect">
            <a:avLst/>
          </a:prstGeom>
          <a:solidFill>
            <a:srgbClr val="007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#0072B5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933234D-9DFD-D691-3739-99663A13F91B}"/>
              </a:ext>
            </a:extLst>
          </p:cNvPr>
          <p:cNvSpPr/>
          <p:nvPr/>
        </p:nvSpPr>
        <p:spPr>
          <a:xfrm>
            <a:off x="10136689" y="3097783"/>
            <a:ext cx="1371600" cy="751561"/>
          </a:xfrm>
          <a:prstGeom prst="rect">
            <a:avLst/>
          </a:prstGeom>
          <a:solidFill>
            <a:srgbClr val="ADC3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#ADC32B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C5BF599-9FAB-8E97-7810-E2F25DA23DBC}"/>
              </a:ext>
            </a:extLst>
          </p:cNvPr>
          <p:cNvSpPr/>
          <p:nvPr/>
        </p:nvSpPr>
        <p:spPr>
          <a:xfrm>
            <a:off x="10136689" y="4077944"/>
            <a:ext cx="1371600" cy="751561"/>
          </a:xfrm>
          <a:prstGeom prst="rect">
            <a:avLst/>
          </a:prstGeom>
          <a:solidFill>
            <a:srgbClr val="7778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#77787B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35BE4AE-04CA-5BF0-B9D4-F2FAA4F25C73}"/>
              </a:ext>
            </a:extLst>
          </p:cNvPr>
          <p:cNvSpPr/>
          <p:nvPr/>
        </p:nvSpPr>
        <p:spPr>
          <a:xfrm>
            <a:off x="10136688" y="2117622"/>
            <a:ext cx="1371600" cy="751561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#00A651</a:t>
            </a:r>
          </a:p>
        </p:txBody>
      </p:sp>
    </p:spTree>
    <p:extLst>
      <p:ext uri="{BB962C8B-B14F-4D97-AF65-F5344CB8AC3E}">
        <p14:creationId xmlns:p14="http://schemas.microsoft.com/office/powerpoint/2010/main" val="418558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D490FA2-7175-4F7C-817D-A200A7672A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778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210E452-DC42-4D0C-729E-20BF9A5B7905}"/>
              </a:ext>
            </a:extLst>
          </p:cNvPr>
          <p:cNvSpPr>
            <a:spLocks/>
          </p:cNvSpPr>
          <p:nvPr/>
        </p:nvSpPr>
        <p:spPr>
          <a:xfrm>
            <a:off x="2112263" y="1152144"/>
            <a:ext cx="9893808" cy="5614416"/>
          </a:xfrm>
          <a:prstGeom prst="roundRect">
            <a:avLst>
              <a:gd name="adj" fmla="val 1910"/>
            </a:avLst>
          </a:prstGeom>
          <a:solidFill>
            <a:srgbClr val="0072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C6BDF47-B5B0-939F-92DF-9DA70FAA87CC}"/>
              </a:ext>
            </a:extLst>
          </p:cNvPr>
          <p:cNvSpPr>
            <a:spLocks/>
          </p:cNvSpPr>
          <p:nvPr/>
        </p:nvSpPr>
        <p:spPr>
          <a:xfrm>
            <a:off x="2112263" y="1152144"/>
            <a:ext cx="4855464" cy="2715768"/>
          </a:xfrm>
          <a:prstGeom prst="roundRect">
            <a:avLst>
              <a:gd name="adj" fmla="val 1910"/>
            </a:avLst>
          </a:prstGeom>
          <a:solidFill>
            <a:srgbClr val="00A6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532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Ney Evaristo Rodrigues</dc:creator>
  <cp:lastModifiedBy>Thiago Ney Evaristo Rodrigues</cp:lastModifiedBy>
  <cp:revision>1</cp:revision>
  <dcterms:created xsi:type="dcterms:W3CDTF">2025-10-19T02:38:39Z</dcterms:created>
  <dcterms:modified xsi:type="dcterms:W3CDTF">2025-10-19T03:48:17Z</dcterms:modified>
</cp:coreProperties>
</file>